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No-Show Rate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Al-Rabiah</c:v>
                  </c:pt>
                  <c:pt idx="1">
                    <c:v>Al-Jubayhah</c:v>
                  </c:pt>
                  <c:pt idx="2">
                    <c:v>Shmeisani</c:v>
                  </c:pt>
                  <c:pt idx="3">
                    <c:v>Jordan Clinic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</c:v>
                </c:pt>
                <c:pt idx="1">
                  <c:v>35</c:v>
                </c:pt>
                <c:pt idx="2">
                  <c:v>22</c:v>
                </c:pt>
                <c:pt idx="3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Attended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Al-Rabiah</c:v>
                  </c:pt>
                  <c:pt idx="1">
                    <c:v>Al-Jubayhah</c:v>
                  </c:pt>
                  <c:pt idx="2">
                    <c:v>Shmeisani</c:v>
                  </c:pt>
                  <c:pt idx="3">
                    <c:v>Jordan Clinic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</c:v>
                </c:pt>
                <c:pt idx="1">
                  <c:v>55</c:v>
                </c:pt>
                <c:pt idx="2">
                  <c:v>70</c:v>
                </c:pt>
                <c:pt idx="3">
                  <c:v>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A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E2E8F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E2E8F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>
        <a:alpha val="9200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-365760"/>
            <a:ext cx="1828800" cy="1828800"/>
          </a:xfrm>
          <a:prstGeom prst="ellipse">
            <a:avLst/>
          </a:prstGeom>
          <a:solidFill>
            <a:srgbClr val="00A896">
              <a:alpha val="25000"/>
            </a:srgbClr>
          </a:solidFill>
          <a:ln w="12700">
            <a:solidFill>
              <a:srgbClr val="00A89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2296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932688"/>
            <a:ext cx="530352" cy="5303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صحة بلس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2240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Sehha Plus</a:t>
            </a:r>
            <a:endParaRPr lang="en-US" sz="5200" dirty="0"/>
          </a:p>
        </p:txBody>
      </p:sp>
      <p:sp>
        <p:nvSpPr>
          <p:cNvPr id="9" name="Shape 6"/>
          <p:cNvSpPr/>
          <p:nvPr/>
        </p:nvSpPr>
        <p:spPr>
          <a:xfrm>
            <a:off x="274320" y="3200400"/>
            <a:ext cx="50292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3337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Healthcare Management System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274320" y="4343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343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Hackathon 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68880" y="4343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4343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Scenario 03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4343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28090">
              <a:alpha val="3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63440" y="43434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Jordan 🇯🇴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651760" cy="91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no-show rate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Jordanian clinics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2344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234440"/>
            <a:ext cx="2651760" cy="914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554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4+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3200400" y="2606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steps to book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appointment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234440"/>
            <a:ext cx="2651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234440"/>
            <a:ext cx="2651760" cy="91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55448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6126480" y="2606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clinic managers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lack unified tools to manage patients, doctors, and appointments — losing revenue and trust.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for patients, doctors, and clinic managers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2697480" cy="3200400"/>
          </a:xfrm>
          <a:prstGeom prst="rect">
            <a:avLst/>
          </a:prstGeom>
          <a:solidFill>
            <a:srgbClr val="1A2E48"/>
          </a:solidFill>
          <a:ln w="12700">
            <a:solidFill>
              <a:srgbClr val="028090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8448" y="160020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1682496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304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11480" y="27889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Book &amp; cancel appointments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32278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chatbot assistant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11480" y="366674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Treatment plan tracker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41056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medical profile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1508760"/>
            <a:ext cx="2697480" cy="3200400"/>
          </a:xfrm>
          <a:prstGeom prst="rect">
            <a:avLst/>
          </a:prstGeom>
          <a:solidFill>
            <a:srgbClr val="1A2E48"/>
          </a:solidFill>
          <a:ln w="12700">
            <a:solidFill>
              <a:srgbClr val="00A896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24528" y="160020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682496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200400" y="2304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337560" y="27889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Today's schedule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37560" y="32278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Patient medical info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3337560" y="366674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Attendance marking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3337560" y="41056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Treatment updates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126480" y="1508760"/>
            <a:ext cx="2697480" cy="3200400"/>
          </a:xfrm>
          <a:prstGeom prst="rect">
            <a:avLst/>
          </a:prstGeom>
          <a:solidFill>
            <a:srgbClr val="1A2E48"/>
          </a:solidFill>
          <a:ln w="12700">
            <a:solidFill>
              <a:srgbClr val="F59E0B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150608" y="16002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682496"/>
            <a:ext cx="457200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126480" y="230428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6263640" y="2788920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No-show analytics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6263640" y="3227832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Doctor utilization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263640" y="3666744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Smart alerts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6263640" y="4105656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SMS simulation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97280"/>
            <a:ext cx="64008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Booking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book appointments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any doctor in seconds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36392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36392" y="1097280"/>
            <a:ext cx="64008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13716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76472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776472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Claude-powered assistant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patients book &amp; navigate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44184" y="10972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044184" y="1097280"/>
            <a:ext cx="64008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3716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84264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No-Show Analytics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684264" y="1691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charts per clinic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smart manager alerts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28600" y="29260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28600" y="2926080"/>
            <a:ext cx="64008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20040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 Tracker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68680" y="3520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stage-based plans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doctors and patients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36392" y="29260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136392" y="2926080"/>
            <a:ext cx="64008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320040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76472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Secure JWT Auth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776472" y="3520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3 user types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44184" y="2926080"/>
            <a:ext cx="27432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044184" y="2926080"/>
            <a:ext cx="64008" cy="1600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344" y="320040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84264" y="3108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SMS Simulation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684264" y="3520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reminders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from manager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3749040" cy="822960"/>
          </a:xfrm>
          <a:prstGeom prst="rect">
            <a:avLst/>
          </a:prstGeom>
          <a:solidFill>
            <a:srgbClr val="1A2E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 + Recharts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3749040" cy="822960"/>
          </a:xfrm>
          <a:prstGeom prst="rect">
            <a:avLst/>
          </a:prstGeom>
          <a:solidFill>
            <a:srgbClr val="1A2E4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48840"/>
            <a:ext cx="64008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532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3.11 + FastAPI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3749040" cy="822960"/>
          </a:xfrm>
          <a:prstGeom prst="rect">
            <a:avLst/>
          </a:prstGeom>
          <a:solidFill>
            <a:srgbClr val="1A2E4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200400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46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5844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Microsoft SQL Server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3749040" cy="822960"/>
          </a:xfrm>
          <a:prstGeom prst="rect">
            <a:avLst/>
          </a:prstGeom>
          <a:solidFill>
            <a:srgbClr val="1A2E4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097280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1430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 (python-jose)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3749040" cy="822960"/>
          </a:xfrm>
          <a:prstGeom prst="rect">
            <a:avLst/>
          </a:prstGeom>
          <a:solidFill>
            <a:srgbClr val="1A2E4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2148840"/>
            <a:ext cx="64008" cy="8229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1945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25328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API (Anthropic)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·  JWT Auth  ·  SQL Views  ·  React Context  ·  Recharts  ·  pyodbc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356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UserID, FullName, Email, Role, Phone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515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3560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ClinicID, NameAR, NameEN, Area, Address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31720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317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7157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DoctorID, UserID→, ClinicID→, Specialty, WorkHours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3317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31720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3317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7157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PatientID, UserID→, DOB, Blood, Allergies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6118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9959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BookingCode, PatientID→, DoctorID→, Status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1188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11880"/>
            <a:ext cx="416052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6118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TreatmentPlans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99592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PlanID, PatientID→, DoctorID→, Title, Status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SQL Views: vw_PatientHistory · vw_NoShowByClinic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No-Show Analytics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clinic performance dashboard for managers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84124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 — Powered by Claude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natural Arabic &amp; English input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56232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81051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appointments via conversation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2569464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2374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doctor availability in real 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3282696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23697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&amp; cancels with booking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3995928"/>
            <a:ext cx="274320" cy="2743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95020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patients through treatment plan stages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100584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1005840"/>
            <a:ext cx="3840480" cy="4572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051560"/>
            <a:ext cx="292608" cy="29260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76672" y="1005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Sehha Assistant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217920" y="16002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91072" y="160020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I need to book an appointment with a general doctor.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029200" y="21488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02352" y="2148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Sure! Dr. Maha is available at 9 AM tomorrow. Shall I confirm?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217920" y="27432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91072" y="274320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please book it!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029200" y="329184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02352" y="329184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Booked! Code: B-1011. See you tomorrow at 9 AM 🏥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Accounts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sehha123  ·  Backend: localhost:8000  ·  Frontend: localhost:3000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2697480" cy="3200400"/>
          </a:xfrm>
          <a:prstGeom prst="rect">
            <a:avLst/>
          </a:prstGeom>
          <a:solidFill>
            <a:srgbClr val="1A2E4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89888" y="15087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8" y="1591056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128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65760" y="2651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ahmed@sehha.jo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3063240"/>
            <a:ext cx="2423160" cy="36576"/>
          </a:xfrm>
          <a:prstGeom prst="rect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appointments, AI chatbot, treatment tracker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1417320"/>
            <a:ext cx="2697480" cy="3200400"/>
          </a:xfrm>
          <a:prstGeom prst="rect">
            <a:avLst/>
          </a:prstGeom>
          <a:solidFill>
            <a:srgbClr val="1A2E48"/>
          </a:solidFill>
          <a:ln w="12700">
            <a:solidFill>
              <a:srgbClr val="00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0248" y="1508760"/>
            <a:ext cx="640080" cy="6400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1688" y="1591056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46120" y="22128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Doctor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246120" y="2651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maha@sehha.jo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383280" y="3063240"/>
            <a:ext cx="2423160" cy="36576"/>
          </a:xfrm>
          <a:prstGeom prst="rect">
            <a:avLst/>
          </a:prstGeom>
          <a:solidFill>
            <a:srgbClr val="00A896">
              <a:alpha val="50000"/>
            </a:srgbClr>
          </a:solidFill>
          <a:ln w="12700">
            <a:solidFill>
              <a:srgbClr val="00A896">
                <a:alpha val="5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4612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schedule, patient info, mark attendance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417320"/>
            <a:ext cx="2697480" cy="3200400"/>
          </a:xfrm>
          <a:prstGeom prst="rect">
            <a:avLst/>
          </a:prstGeom>
          <a:solidFill>
            <a:srgbClr val="1A2E4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50608" y="150876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1591056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26480" y="221284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Manager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126480" y="2651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manager@sehha.jo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263640" y="3063240"/>
            <a:ext cx="2423160" cy="36576"/>
          </a:xfrm>
          <a:prstGeom prst="rect">
            <a:avLst/>
          </a:prstGeom>
          <a:solidFill>
            <a:srgbClr val="F59E0B">
              <a:alpha val="50000"/>
            </a:srgbClr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26480" y="320040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No-show charts, alerts, SMS simulation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00A896">
              <a:alpha val="20000"/>
            </a:srgbClr>
          </a:solidFill>
          <a:ln w="12700">
            <a:solidFill>
              <a:srgbClr val="00A896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86200" y="548640"/>
            <a:ext cx="1371600" cy="1371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6512" y="749808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صحة بلس — Sehha Plus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474720"/>
            <a:ext cx="2743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2026  ·  Scenario 03  ·  Jordan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❤️ for better healthcare in Jordan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Sehha Plus — Hackathon 2026</dc:title>
  <dc:subject>PptxGenJS Presentation</dc:subject>
  <dc:creator>Sehha Plus Team</dc:creator>
  <cp:lastModifiedBy>Sehha Plus Team</cp:lastModifiedBy>
  <cp:revision>1</cp:revision>
  <dcterms:created xsi:type="dcterms:W3CDTF">2026-05-21T10:39:13Z</dcterms:created>
  <dcterms:modified xsi:type="dcterms:W3CDTF">2026-05-21T10:39:13Z</dcterms:modified>
</cp:coreProperties>
</file>